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4cea1a6aa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cea1a6aa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4cea1a6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4cea1a6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4cea1a6aa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4cea1a6aa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4cea1a6aa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4cea1a6aa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4cea1a6aa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4cea1a6aa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4cea1a6aa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4cea1a6aa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4cea1a6aa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4cea1a6aa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Guia Técnico MineXplore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Um compêndio de como o app funciona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Módulo Gestão de Processos Minerários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1a parte: Leitura do Diário Oficial da União (DOU)</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a:t>As principais informações que a ANM publica a respeito dos processos, saem no DOU. São atos como multas, aprovação e negação de relatórios, exigências, dentre outros. Tudo o que ela analisa, sai publicado no DOU. </a:t>
            </a:r>
            <a:endParaRPr/>
          </a:p>
          <a:p>
            <a:pPr indent="0" lvl="0" marL="0" rtl="0" algn="just">
              <a:spcBef>
                <a:spcPts val="1600"/>
              </a:spcBef>
              <a:spcAft>
                <a:spcPts val="0"/>
              </a:spcAft>
              <a:buNone/>
            </a:pPr>
            <a:r>
              <a:rPr lang="pt-BR"/>
              <a:t>Embora em alguns atos, tais como exigência, ela envia uma carta ao minerador, ela não se responsabiliza por não entrega da carta, bem como por endereços errados. </a:t>
            </a:r>
            <a:endParaRPr/>
          </a:p>
          <a:p>
            <a:pPr indent="0" lvl="0" marL="0" rtl="0" algn="just">
              <a:spcBef>
                <a:spcPts val="1600"/>
              </a:spcBef>
              <a:spcAft>
                <a:spcPts val="1600"/>
              </a:spcAft>
              <a:buNone/>
            </a:pPr>
            <a:r>
              <a:rPr lang="pt-BR"/>
              <a:t>É obrigação do minerador fazer o acompanhamento de seus processos. Portanto, perda de prazos porque não foi notificado da publicação não é motivo para multas e até indeferimento de processos.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t>1a parte: Leitura do Diário Oficial da União (DOU)</a:t>
            </a:r>
            <a:endParaRPr/>
          </a:p>
          <a:p>
            <a:pPr indent="0" lvl="0" marL="0" rtl="0" algn="l">
              <a:spcBef>
                <a:spcPts val="0"/>
              </a:spcBef>
              <a:spcAft>
                <a:spcPts val="0"/>
              </a:spcAft>
              <a:buNone/>
            </a:pPr>
            <a:r>
              <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a:t>O app MineXplore faz essa leitura diária do DOU, de forma automática, sem interferência humana. Nosso algoritmo interpreta os números dos processos, bem como os atos publicados e seus respectivos códigos. Todo evento possui um código específico, como no exemplo: </a:t>
            </a:r>
            <a:endParaRPr/>
          </a:p>
          <a:p>
            <a:pPr indent="0" lvl="0" marL="0" rtl="0" algn="just">
              <a:spcBef>
                <a:spcPts val="1600"/>
              </a:spcBef>
              <a:spcAft>
                <a:spcPts val="0"/>
              </a:spcAft>
              <a:buNone/>
            </a:pPr>
            <a:r>
              <a:rPr b="1" lang="pt-BR" sz="1400"/>
              <a:t>830731/2014 294 - AUT PESQ/HOMOLOGA RENÚNCIA ALV PUB	25/02/2019</a:t>
            </a:r>
            <a:endParaRPr b="1" sz="1400"/>
          </a:p>
          <a:p>
            <a:pPr indent="0" lvl="0" marL="0" rtl="0" algn="just">
              <a:spcBef>
                <a:spcPts val="1600"/>
              </a:spcBef>
              <a:spcAft>
                <a:spcPts val="0"/>
              </a:spcAft>
              <a:buNone/>
            </a:pPr>
            <a:r>
              <a:rPr lang="pt-BR"/>
              <a:t>Assim, tudo o que é publicado no DOU é interpretado, baixado para nosso Banco de Dados (BD) e enviado um email no mesmo dia com tais publicações, para os clientes que estão monitorando os processos em nosso app.</a:t>
            </a:r>
            <a:endParaRPr/>
          </a:p>
          <a:p>
            <a:pPr indent="0" lvl="0" marL="0" rtl="0" algn="just">
              <a:spcBef>
                <a:spcPts val="1600"/>
              </a:spcBef>
              <a:spcAft>
                <a:spcPts val="0"/>
              </a:spcAft>
              <a:buNone/>
            </a:pPr>
            <a:r>
              <a:rPr lang="pt-BR"/>
              <a:t>Mas os emails de alertas não se resumem somente ao que sai no DOU...</a:t>
            </a:r>
            <a:endParaRPr/>
          </a:p>
          <a:p>
            <a:pPr indent="0" lvl="0" marL="0" rtl="0" algn="just">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63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2a parte: Eventos Publicados no Cadastro Mineiro</a:t>
            </a:r>
            <a:endParaRPr/>
          </a:p>
        </p:txBody>
      </p:sp>
      <p:sp>
        <p:nvSpPr>
          <p:cNvPr id="78" name="Google Shape;78;p17"/>
          <p:cNvSpPr txBox="1"/>
          <p:nvPr>
            <p:ph idx="1" type="body"/>
          </p:nvPr>
        </p:nvSpPr>
        <p:spPr>
          <a:xfrm>
            <a:off x="311700" y="1463675"/>
            <a:ext cx="8520600" cy="3105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a:t>Além de alertas de tudo que sai no DOU, nosso app também faz uma varredura diária nos processos via Cadastro Mineiro, pois nem tudo que é publicado sobre um processo, sai no DOU. </a:t>
            </a:r>
            <a:endParaRPr/>
          </a:p>
          <a:p>
            <a:pPr indent="0" lvl="0" marL="0" rtl="0" algn="just">
              <a:spcBef>
                <a:spcPts val="1600"/>
              </a:spcBef>
              <a:spcAft>
                <a:spcPts val="1600"/>
              </a:spcAft>
              <a:buNone/>
            </a:pPr>
            <a:r>
              <a:rPr lang="pt-BR"/>
              <a:t>Quando se trata de atos administrativos simples, tais como fazer uma juntada, pagar a Taxa Anual por Hectare (TAH), dentre outros, tais eventos saem diretamente no Cadastro Mineiro, sem a necessidade de serem publicados no DOU. Assim, nosso sistema também atualiza nosos BD diariamente via Cadastro Mineiro, gerando assim um double check nos dados.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1" type="body"/>
          </p:nvPr>
        </p:nvSpPr>
        <p:spPr>
          <a:xfrm>
            <a:off x="311700" y="1394025"/>
            <a:ext cx="8520600" cy="3307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a:t>Além disso, também informamos via emails de alertas todos os prazos que devem ser cumpridos pelos processos que estão sendo monitorados. Há dezenas de tipos de alertas, dependendo de qual fase encontra-se o processo minerário.</a:t>
            </a:r>
            <a:endParaRPr/>
          </a:p>
          <a:p>
            <a:pPr indent="0" lvl="0" marL="0" rtl="0" algn="just">
              <a:lnSpc>
                <a:spcPct val="100000"/>
              </a:lnSpc>
              <a:spcBef>
                <a:spcPts val="1600"/>
              </a:spcBef>
              <a:spcAft>
                <a:spcPts val="0"/>
              </a:spcAft>
              <a:buNone/>
            </a:pPr>
            <a:r>
              <a:rPr lang="pt-BR"/>
              <a:t>Obrigações do minerador tais como comunicar início de pesquisa, pagar TAH, poder renunciar sem pagar TAH ou entregar RFP, prorrogar prazo do alvará, entregar RFP, requerimento de lavra, pagar multas, dentre outros, são todos enviados por email, com seu respectivo tempo para vencimento, como no exemplo: </a:t>
            </a:r>
            <a:endParaRPr/>
          </a:p>
          <a:p>
            <a:pPr indent="0" lvl="0" marL="0" rtl="0" algn="just">
              <a:lnSpc>
                <a:spcPct val="100000"/>
              </a:lnSpc>
              <a:spcBef>
                <a:spcPts val="1600"/>
              </a:spcBef>
              <a:spcAft>
                <a:spcPts val="0"/>
              </a:spcAft>
              <a:buNone/>
            </a:pPr>
            <a:r>
              <a:rPr b="1" lang="pt-BR" sz="1400"/>
              <a:t>890333/2016	Entrega de Relatório Final de Pesquisa   07/03/2019 00:00    10 dias</a:t>
            </a:r>
            <a:endParaRPr b="1" sz="1400"/>
          </a:p>
          <a:p>
            <a:pPr indent="0" lvl="0" marL="0" rtl="0" algn="just">
              <a:spcBef>
                <a:spcPts val="1600"/>
              </a:spcBef>
              <a:spcAft>
                <a:spcPts val="1600"/>
              </a:spcAft>
              <a:buNone/>
            </a:pPr>
            <a:r>
              <a:t/>
            </a:r>
            <a:endParaRPr/>
          </a:p>
        </p:txBody>
      </p:sp>
      <p:sp>
        <p:nvSpPr>
          <p:cNvPr id="84" name="Google Shape;84;p18"/>
          <p:cNvSpPr txBox="1"/>
          <p:nvPr>
            <p:ph type="title"/>
          </p:nvPr>
        </p:nvSpPr>
        <p:spPr>
          <a:xfrm>
            <a:off x="464100" y="506475"/>
            <a:ext cx="8520600" cy="7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3</a:t>
            </a:r>
            <a:r>
              <a:rPr lang="pt-BR"/>
              <a:t>a parte: Alertas de Prazos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Módulo Geoespacial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4a Parte: Módulo Geoespacial</a:t>
            </a:r>
            <a:endParaRPr/>
          </a:p>
        </p:txBody>
      </p:sp>
      <p:sp>
        <p:nvSpPr>
          <p:cNvPr id="95" name="Google Shape;95;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a:t>Além do módulo gestão de processos minerários, nos quais são feitas leituras do DOU, Cadastro Mineiro e envio de alertas de prazos, o app MineXplore possui também o módulo geoespacial. É parecido com o SIGMINE (Sistemas de Informações Geográficas da Mineração) da ANM, porém com muito mais recursos e funcionalidades.</a:t>
            </a:r>
            <a:endParaRPr/>
          </a:p>
          <a:p>
            <a:pPr indent="0" lvl="0" marL="0" rtl="0" algn="just">
              <a:spcBef>
                <a:spcPts val="1600"/>
              </a:spcBef>
              <a:spcAft>
                <a:spcPts val="1600"/>
              </a:spcAft>
              <a:buNone/>
            </a:pPr>
            <a:r>
              <a:rPr lang="pt-BR"/>
              <a:t>Com ele, é possível realizar buscas avançadas dos processos, separando-os por titulares, substâncias, cidades, bem como aplicar uma série de camadas que </a:t>
            </a:r>
            <a:r>
              <a:rPr lang="pt-BR"/>
              <a:t>auxiliarão</a:t>
            </a:r>
            <a:r>
              <a:rPr lang="pt-BR"/>
              <a:t> no entendimento de diversas informações, tais como geológica, barragens de rejeitos, dentre outras. Tais funcionalidades serão explicadas uma a uma: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